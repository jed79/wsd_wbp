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sldIdLst>
    <p:sldId id="256" r:id="rId1"/>
    <p:sldId id="257" r:id="rId2"/>
    <p:sldId id="258" r:id="rId3"/>
    <p:sldId id="259" r:id="rId4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GB" b="1" dirty="0"/>
              <a:t>SIFFT Configuration Web Service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r>
              <a:rPr lang="en-GB" sz="2000" dirty="0"/>
              <a:t>Work-Based Portfolio - CSF2000 Web Services</a:t>
            </a:r>
          </a:p>
          <a:p>
            <a:pPr lvl="0"/>
            <a:r>
              <a:rPr lang="en-GB" sz="1800" dirty="0"/>
              <a:t>A RESTful service to manage SIFFT's file-ingestion configuration</a:t>
            </a:r>
          </a:p>
          <a:p>
            <a:pPr lvl="1"/>
            <a:r>
              <a:rPr lang="en-GB" sz="1600" dirty="0"/>
              <a:t>Proof of concept: Spring Boot, 5 endpoints, 36 passing tests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GB" b="1" dirty="0"/>
              <a:t>The Problem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r>
              <a:rPr lang="en-GB" sz="1800" dirty="0"/>
              <a:t>SIFFT loads 50+ file types a day (Drivers, Vehicles, Lookups).</a:t>
            </a:r>
          </a:p>
          <a:p>
            <a:pPr lvl="0"/>
            <a:r>
              <a:rPr lang="en-GB" sz="1800" dirty="0"/>
              <a:t>How each file is read and written is hard-coded in the pipeline.</a:t>
            </a:r>
          </a:p>
          <a:p>
            <a:pPr lvl="1"/>
            <a:r>
              <a:rPr lang="en-GB" sz="1600" b="1" dirty="0"/>
              <a:t>Any change = edit code + redeploy.</a:t>
            </a:r>
          </a:p>
          <a:p>
            <a:pPr lvl="1"/>
            <a:r>
              <a:rPr lang="en-GB" sz="1600" dirty="0"/>
              <a:t>Slow, needs developer access, and a mistake can break the daily job.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GB" b="1" dirty="0"/>
              <a:t>The Proposal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r>
              <a:rPr lang="en-GB" sz="1800" dirty="0"/>
              <a:t>A web service that manages the configuration as three resources:</a:t>
            </a:r>
          </a:p>
          <a:p>
            <a:pPr lvl="1"/>
            <a:r>
              <a:rPr lang="en-GB" sz="1600" dirty="0"/>
              <a:t>read-configs - how a file is read (delimiter, columns)</a:t>
            </a:r>
          </a:p>
          <a:p>
            <a:pPr lvl="1"/>
            <a:r>
              <a:rPr lang="en-GB" sz="1600" dirty="0"/>
              <a:t>write-configs - how its table is written (format, mode)</a:t>
            </a:r>
          </a:p>
          <a:p>
            <a:pPr lvl="1"/>
            <a:r>
              <a:rPr lang="en-GB" sz="1600" dirty="0"/>
              <a:t>config-options - the allowed values (read-only)</a:t>
            </a:r>
          </a:p>
          <a:p>
            <a:pPr lvl="0"/>
            <a:r>
              <a:rPr lang="en-GB" sz="1600" b="1" dirty="0"/>
              <a:t>Every change is validated, so bad config is rejected up front.</a:t>
            </a:r>
          </a:p>
          <a:p>
            <a:pPr lvl="0"/>
            <a:r>
              <a:rPr lang="en-GB" sz="1400" dirty="0"/>
              <a:t>(Show the TO-BE diagram here.)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GB" b="1" dirty="0"/>
              <a:t>Scope &amp; Ask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r>
              <a:rPr lang="en-GB" sz="1800" b="1" dirty="0"/>
              <a:t>Honest scope:</a:t>
            </a:r>
          </a:p>
          <a:p>
            <a:pPr lvl="1"/>
            <a:r>
              <a:rPr lang="en-GB" sz="1600" dirty="0"/>
              <a:t>DOES: manage + validate config, return proper JSON and HTTP codes.</a:t>
            </a:r>
          </a:p>
          <a:p>
            <a:pPr lvl="1"/>
            <a:r>
              <a:rPr lang="en-GB" sz="1600" dirty="0"/>
              <a:t>Does NOT: run Spark / touch Databricks - it models the config layer.</a:t>
            </a:r>
          </a:p>
          <a:p>
            <a:pPr lvl="1"/>
            <a:r>
              <a:rPr lang="en-GB" sz="1600" dirty="0"/>
              <a:t>That's the right self-contained slice for a proof of concept.</a:t>
            </a:r>
          </a:p>
          <a:p>
            <a:pPr lvl="0"/>
            <a:r>
              <a:rPr lang="en-GB" sz="1800" b="1" dirty="0"/>
              <a:t>Ask:</a:t>
            </a:r>
          </a:p>
          <a:p>
            <a:pPr lvl="1"/>
            <a:r>
              <a:rPr lang="en-GB" sz="1600" dirty="0"/>
              <a:t>Complex enough? Scope acceptable? Any design concerns?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A73E8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