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1" dirty="0"/>
              <a:t>The Problem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988272"/>
            <a:ext cx="8229600" cy="4525963"/>
          </a:xfrm>
        </p:spPr>
        <p:txBody>
          <a:bodyPr/>
          <a:lstStyle/>
          <a:p>
            <a:pPr lvl="0"/>
            <a:r>
              <a:rPr lang="en-GB" sz="1800" dirty="0"/>
              <a:t>SIFFT (https://github.com/dvla/sifft) - the tool developed by DVLA's Data Platform engineers is used to load data files into tables (loads 50+ file types a day (Drivers, Vehicles, Lookups)).</a:t>
            </a:r>
          </a:p>
          <a:p>
            <a:pPr lvl="0"/>
            <a:r>
              <a:rPr lang="en-GB" sz="1800" dirty="0"/>
              <a:t>How each file is read and written is hard-coded in the pipeline.</a:t>
            </a:r>
          </a:p>
          <a:p>
            <a:pPr lvl="1"/>
            <a:r>
              <a:rPr lang="en-GB" sz="1800" b="1" dirty="0"/>
              <a:t>Any change = edit code + redeploy.</a:t>
            </a:r>
          </a:p>
          <a:p>
            <a:pPr lvl="1"/>
            <a:r>
              <a:rPr lang="en-GB" sz="1800" dirty="0"/>
              <a:t>Slow </a:t>
            </a:r>
          </a:p>
          <a:p>
            <a:pPr lvl="1"/>
            <a:r>
              <a:rPr lang="en-GB" sz="1800" dirty="0"/>
              <a:t>needs developer access </a:t>
            </a:r>
          </a:p>
          <a:p>
            <a:pPr lvl="1"/>
            <a:r>
              <a:rPr lang="en-GB" sz="1800" dirty="0"/>
              <a:t>a mistake can break the daily job</a:t>
            </a:r>
          </a:p>
          <a:p>
            <a:pPr lvl="1"/>
            <a:endParaRPr lang="en-GB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77EA9-2AA1-4A28-DEBD-DF11FBF4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31272"/>
            <a:ext cx="4419600" cy="462512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1" dirty="0"/>
              <a:t>The Proposal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905933"/>
            <a:ext cx="8229600" cy="4525963"/>
          </a:xfrm>
        </p:spPr>
        <p:txBody>
          <a:bodyPr/>
          <a:lstStyle/>
          <a:p>
            <a:pPr lvl="0"/>
            <a:r>
              <a:rPr lang="en-GB" sz="1800" dirty="0"/>
              <a:t>A web service that manages the configuration as three resources:</a:t>
            </a:r>
          </a:p>
          <a:p>
            <a:pPr lvl="1"/>
            <a:r>
              <a:rPr lang="en-GB" sz="1800" dirty="0"/>
              <a:t>read-configs - how a file is read (delimiter, columns)</a:t>
            </a:r>
          </a:p>
          <a:p>
            <a:pPr lvl="1"/>
            <a:r>
              <a:rPr lang="en-GB" sz="1800" dirty="0"/>
              <a:t>write-configs - how its table is written (format, mode)</a:t>
            </a:r>
          </a:p>
          <a:p>
            <a:pPr lvl="1"/>
            <a:r>
              <a:rPr lang="en-GB" sz="1800" dirty="0"/>
              <a:t>config-options - the allowed values (read-only)</a:t>
            </a:r>
          </a:p>
          <a:p>
            <a:pPr lvl="0"/>
            <a:r>
              <a:rPr lang="en-GB" sz="1800" b="1" dirty="0"/>
              <a:t>Every change will be validated, so bad config is rejected up front.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17C3F-5E35-A60D-06CB-61334FB23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1" y="2514600"/>
            <a:ext cx="5791200" cy="4194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FEDAAB-911E-3739-AADD-A0F4A17CD6F5}"/>
              </a:ext>
            </a:extLst>
          </p:cNvPr>
          <p:cNvSpPr txBox="1"/>
          <p:nvPr/>
        </p:nvSpPr>
        <p:spPr>
          <a:xfrm>
            <a:off x="7691969" y="3080821"/>
            <a:ext cx="1248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scope / focus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A441A-D75A-D4E4-0D5C-4A0A079E6C6C}"/>
              </a:ext>
            </a:extLst>
          </p:cNvPr>
          <p:cNvSpPr txBox="1"/>
          <p:nvPr/>
        </p:nvSpPr>
        <p:spPr>
          <a:xfrm>
            <a:off x="203198" y="4717536"/>
            <a:ext cx="293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not in scope for WBP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0ECB33-C3DD-242B-C99E-A5BB3A3BB61B}"/>
              </a:ext>
            </a:extLst>
          </p:cNvPr>
          <p:cNvCxnSpPr>
            <a:cxnSpLocks/>
          </p:cNvCxnSpPr>
          <p:nvPr/>
        </p:nvCxnSpPr>
        <p:spPr>
          <a:xfrm flipV="1">
            <a:off x="2844801" y="4902202"/>
            <a:ext cx="2463800" cy="1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AE186A-6FE8-3803-343E-505E6F01D029}"/>
              </a:ext>
            </a:extLst>
          </p:cNvPr>
          <p:cNvSpPr/>
          <p:nvPr/>
        </p:nvSpPr>
        <p:spPr>
          <a:xfrm>
            <a:off x="3716868" y="2514600"/>
            <a:ext cx="3721100" cy="2311400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1" dirty="0"/>
              <a:t>Scope &amp; Ask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GB" sz="1800" b="1" dirty="0"/>
              <a:t>Scope:</a:t>
            </a:r>
          </a:p>
          <a:p>
            <a:pPr lvl="1"/>
            <a:r>
              <a:rPr lang="en-GB" sz="1600" dirty="0"/>
              <a:t>DOES: manage + validate config, return proper JSON and HTTP codes.</a:t>
            </a:r>
          </a:p>
          <a:p>
            <a:pPr lvl="1"/>
            <a:r>
              <a:rPr lang="en-GB" sz="1600" dirty="0"/>
              <a:t>DOES NOT: Running Spark / the pipeline — it manages config only, doesn't run Spark.</a:t>
            </a:r>
          </a:p>
          <a:p>
            <a:pPr lvl="1"/>
            <a:r>
              <a:rPr lang="en-GB" sz="1600" dirty="0"/>
              <a:t>DOES NOT: include the notebook "glue" change — swapping </a:t>
            </a:r>
            <a:r>
              <a:rPr lang="en-GB" sz="1600" dirty="0" err="1"/>
              <a:t>get_file_mapping</a:t>
            </a:r>
            <a:r>
              <a:rPr lang="en-GB" sz="1600" dirty="0"/>
              <a:t>() to read from the store isn't built.</a:t>
            </a:r>
          </a:p>
          <a:p>
            <a:pPr lvl="1"/>
            <a:r>
              <a:rPr lang="en-GB" sz="1600" dirty="0"/>
              <a:t>DOES NOT: have a live Java - Python integration — the two only share config data, never call each other.</a:t>
            </a:r>
          </a:p>
          <a:p>
            <a:pPr lvl="1"/>
            <a:endParaRPr lang="en-GB" sz="1600" dirty="0"/>
          </a:p>
          <a:p>
            <a:pPr lvl="0"/>
            <a:r>
              <a:rPr lang="en-GB" sz="1800" b="1" dirty="0"/>
              <a:t>Ask:</a:t>
            </a:r>
          </a:p>
          <a:p>
            <a:pPr lvl="1"/>
            <a:r>
              <a:rPr lang="en-GB" sz="1600" dirty="0"/>
              <a:t>Complex enough? </a:t>
            </a:r>
          </a:p>
          <a:p>
            <a:pPr lvl="1"/>
            <a:r>
              <a:rPr lang="en-GB" sz="1600" dirty="0"/>
              <a:t>Scope acceptable? </a:t>
            </a:r>
          </a:p>
          <a:p>
            <a:pPr lvl="1"/>
            <a:r>
              <a:rPr lang="en-GB" sz="1600" dirty="0"/>
              <a:t>Any design concerns?</a:t>
            </a:r>
          </a:p>
          <a:p>
            <a:pPr lvl="1"/>
            <a:r>
              <a:rPr lang="en-GB" sz="1600" dirty="0"/>
              <a:t>Postman to run operations on the config change sufficient?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557A51-9239-C232-0087-35FB40F5A6B8}"/>
              </a:ext>
            </a:extLst>
          </p:cNvPr>
          <p:cNvSpPr txBox="1"/>
          <p:nvPr/>
        </p:nvSpPr>
        <p:spPr>
          <a:xfrm>
            <a:off x="0" y="0"/>
            <a:ext cx="9076267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• What is NOT in scope for the planned SIFFT config improvement (the 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sifft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-config-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proof-of-concept).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The planned improvement is a Java/Spring Boot web service that externalises SIFFT's ingestion config out of hard-coded Python (FILE_MAPPINGS, 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TableWriteOptions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) into a managed, validated REST-driven store. It manages three resources — read-configs, write-configs, config-options.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What is explicitly out of scope: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1. The service does NOT run the data pipeline / Spark. The web service only validates and stores configuration. The actual data loading (reading files, validation, writing to Delta tables) remains the existing SIFFT/Databricks job, unchanged.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2. The "glue" change to the Databricks notebook is NOT built. The one piece that is neither built nor already existing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 is making the notebook read config from the new store instead of from its hard-coded FILE_MAPPINGS (i.e. swapping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get_file_mapping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() to call the config store/API). The session states this is "a small change to the notebook… and it's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out of scope for your PoC." So: 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complete solution = new web service + notebook change (not built) + existing SIFFT (unchanged).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3. No persistent/production datastore. The PoC will use an in-memory option. A real database or persistent config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table is out of scope (noted as "in a real deployment it'd be a persistent database").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4. No live 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Java↔Python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integration. By design, the two systems never call each other — they only share config data.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There is no Java-calling-Python bridge or live connection in scope.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5. The report prose and deliverables are deliberately NOT produced by the tool. A kept boundary: the docs are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"structured notes and tables, not finished report prose" — the report writing, Postman screenshots, and diagram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PNG/SVG rendering are left to the user.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Separately, there's a set of "cross-cutting concerns" the session flags as necessary for any real self-hosted HTTP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exposure but which the PoC does not implement — effectively future/out-of-scope hardening: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- Freezing the mutable global registries to startup-only (they're a per-request race hazard)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- Server-side credential resolution (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storage_options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must not come from request bodies)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- Path/URI allow-listing to prevent traversal/SSRF on 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file_path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inputs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- Caching/offline handling of 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pyld's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network I/O during CSVW expansion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- Observability (request IDs, structured logs, throughput/queue metrics)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- Row-level validation results + a quarantine/rejects output (today CSVW validation reports aggregate counts only)</a:t>
            </a:r>
          </a:p>
          <a:p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One caveat on sourcing: these points come from an exported chat session, not a formal scope document, so they reflect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that conversation's framing of the project. If there's a specific scope statement in the project's own docs/ (e.g.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DESIGN_SPEC.md, MEETING_BRIEF.md) you'd like me to cross-check against, those files live in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C:\WSD_WBP\sifft-config-api\docs\ and I can read them directly.</a:t>
            </a:r>
          </a:p>
        </p:txBody>
      </p:sp>
    </p:spTree>
    <p:extLst>
      <p:ext uri="{BB962C8B-B14F-4D97-AF65-F5344CB8AC3E}">
        <p14:creationId xmlns:p14="http://schemas.microsoft.com/office/powerpoint/2010/main" val="2777897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73E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850</Words>
  <Application>Microsoft Office PowerPoint</Application>
  <PresentationFormat>On-screen Show (4:3)</PresentationFormat>
  <Paragraphs>64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</vt:lpstr>
      <vt:lpstr>The Problem</vt:lpstr>
      <vt:lpstr>The Proposal</vt:lpstr>
      <vt:lpstr>Scope &amp; 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Jason Edwards</cp:lastModifiedBy>
  <cp:revision>4</cp:revision>
  <dcterms:modified xsi:type="dcterms:W3CDTF">2026-10-21T10:56:26Z</dcterms:modified>
</cp:coreProperties>
</file>